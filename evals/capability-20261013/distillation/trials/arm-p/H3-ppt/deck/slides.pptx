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本次试用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Sheet1!$A$2:$A$4</c:f>
              <c:strCache>
                <c:ptCount val="3"/>
                <c:pt idx="0">
                  <c:v>提交反馈</c:v>
                </c:pt>
                <c:pt idx="1">
                  <c:v>指明具体位置</c:v>
                </c:pt>
                <c:pt idx="2">
                  <c:v>可操作修改建议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9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份（同一批12份反馈）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供团队讨论的合成阶段进展示例。我们的研究问题是，在同伴反馈前加入范例讨论，能否帮助师范生提出更具体、更可操作的修改建议。理论上，我们希望共同辨认作品质量能为判断提供参照，但这个过程机制还没有测量。已经完成的是任务和反馈编码规则初稿，以及在一个便利招募班级中由十二名志愿者参加的一次可行性试用。今天汇报的重点，是现有材料能否帮助我们把任务和提示语修得更清楚，再决定怎样做下一步比较。</a:t>
            </a:r>
          </a:p>
          <a:p/>
          <a:p>
            <a:r>
              <a:t>来源：H3合成材料 · 研究问题；理论构想；已完成工作</a:t>
            </a:r>
          </a:p>
          <a:p>
            <a:r>
              <a:t>预计讲解：55秒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二位志愿者都提交了同伴反馈，这说明当前任务流程能够产生我们需要分析的材料。按规则初稿，九份明确指出作品中的具体位置，五份提出了可操作修改建议。图里各柱都以同一批十二份为参照，它们不是互斥分类，材料也没有交代两类质量指标的交叉情况。我们由此识别出一个需要继续支持的环节：让学生从指出问题走向提出修改办法。由于没有基线、对照班和学习成绩测验，目前还不能说范例讨论提升了能力；这张图只描述本次试用的反馈内容。</a:t>
            </a:r>
          </a:p>
          <a:p/>
          <a:p>
            <a:r>
              <a:t>来源：H3合成材料 · 试用结果：12、9、5；设计条件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笔记中，两名学生说不知道如何把问题改成建议。这是本次试用的具体表达，值得拿来检查提示语怎样支持从问题到行动的转换，而不是据此估计所有师范生的困难比例。它与刚才反馈中的可操作建议数量共同支持一个阶段判断：我们保留范例讨论，但要改进学生提出建议时得到的提示。与此同时，两位研究者只是共同讨论了规则，还没有独立编码，不能报告一致性系数。下一步独立双编码会帮助我们确认“具体位置”和“可操作建议”这两个判断能否被稳定使用。</a:t>
            </a:r>
          </a:p>
          <a:p/>
          <a:p>
            <a:r>
              <a:t>来源：H3合成材料 · 观察笔记；编码状态；团队阶段主张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当前的决定是保留范例讨论，先补强提示语，再验证效果。依据是试用能完成并收集到可分析的反馈，同时出现了把问题变成建议的具体困难。接下来先做独立双编码，检查规则并讨论分歧；修订提示语，为提出可操作建议提供更清楚的支持；随后申请在两个平行班开展前后测比较。分组方式仍需学校确认，这项比较尚未实施，所以今天不把它写成已有结果。我们要带走的行动是推进规则和提示语修订，并把分组条件确认作为正式比较的准备工作。</a:t>
            </a:r>
          </a:p>
          <a:p/>
          <a:p>
            <a:r>
              <a:t>来源：H3合成材料 · 下一步计划；团队阶段主张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合成示例｜已完成一次可行性试用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我们要帮助师范生把发现的问题转成可操作建议。</a:t>
            </a:r>
          </a:p>
        </p:txBody>
      </p:sp>
      <p:sp>
        <p:nvSpPr>
          <p:cNvPr id="5" name="edu:body" descr="{&quot;edu_ppt&quot;: {&quot;id&quot;: &quot;S01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研究问题：反馈前的范例讨论，能否改善建议的具体性与可操作性？</a:t>
            </a:r>
          </a:p>
        </p:txBody>
      </p:sp>
      <p:sp>
        <p:nvSpPr>
          <p:cNvPr id="6" name="edu:body" descr="{&quot;edu_ppt&quot;: {&quot;id&quot;: &quot;S01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已完成：任务与编码规则初稿；一个班12名志愿者试用。</a:t>
            </a:r>
          </a:p>
        </p:txBody>
      </p:sp>
      <p:sp>
        <p:nvSpPr>
          <p:cNvPr id="7" name="edu:body" descr="{&quot;edu_ppt&quot;: {&quot;id&quot;: &quot;S01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理论构想：共同辨认作品质量帮助判断；机制尚未测量。</a:t>
            </a:r>
          </a:p>
        </p:txBody>
      </p:sp>
      <p:sp>
        <p:nvSpPr>
          <p:cNvPr id="8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研究问题；理论构想；已完成工作</a:t>
            </a:r>
          </a:p>
        </p:txBody>
      </p:sp>
      <p:sp>
        <p:nvSpPr>
          <p:cNvPr id="9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合成示例｜反馈能交出，建议仍需支持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同一批12份反馈：9份指明位置，5份给出可操作建议。</a:t>
            </a:r>
          </a:p>
        </p:txBody>
      </p:sp>
      <p:graphicFrame>
        <p:nvGraphicFramePr>
          <p:cNvPr id="5" name="edu:chart" descr="{&quot;edu_ppt&quot;: {&quot;id&quot;: &quot;S02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同一12份；指标交叉情况未提供；无前测或对照，仅描述本次试用。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试用结果：12、9、5；设计条件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合成示例｜把“问题”转成“建议”是改进重点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两名学生提出的具体困难，为提示语修订提供了线索。</a:t>
            </a:r>
          </a:p>
        </p:txBody>
      </p:sp>
      <p:sp>
        <p:nvSpPr>
          <p:cNvPr id="5" name="edu:body" descr="{&quot;edu_ppt&quot;: {&quot;id&quot;: &quot;S03/body/0&quot;}}"/>
          <p:cNvSpPr txBox="1"/>
          <p:nvPr/>
        </p:nvSpPr>
        <p:spPr>
          <a:xfrm>
            <a:off x="670559" y="1657350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观察笔记：2名学生表达这一困难。</a:t>
            </a:r>
          </a:p>
        </p:txBody>
      </p:sp>
      <p:sp>
        <p:nvSpPr>
          <p:cNvPr id="6" name="edu:body" descr="{&quot;edu_ppt&quot;: {&quot;id&quot;: &quot;S03/body/1&quot;}}"/>
          <p:cNvSpPr txBox="1"/>
          <p:nvPr/>
        </p:nvSpPr>
        <p:spPr>
          <a:xfrm>
            <a:off x="670559" y="2576830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编码规则已共同讨论；独立双编码尚未完成。</a:t>
            </a:r>
          </a:p>
        </p:txBody>
      </p:sp>
      <p:sp>
        <p:nvSpPr>
          <p:cNvPr id="7" name="edu:quote" descr="{&quot;edu_ppt&quot;: {&quot;id&quot;: &quot;S03/visual/quote&quot;}}"/>
          <p:cNvSpPr txBox="1"/>
          <p:nvPr/>
        </p:nvSpPr>
        <p:spPr>
          <a:xfrm>
            <a:off x="5120639" y="1840230"/>
            <a:ext cx="6291071" cy="2990087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5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“不知道如何把问题改成建议”</a:t>
            </a:r>
          </a:p>
        </p:txBody>
      </p:sp>
      <p:sp>
        <p:nvSpPr>
          <p:cNvPr id="8" name="edu:attribution" descr="{&quot;edu_ppt&quot;: {&quot;id&quot;: &quot;S03/visual/attribution&quot;}}"/>
          <p:cNvSpPr txBox="1"/>
          <p:nvPr/>
        </p:nvSpPr>
        <p:spPr>
          <a:xfrm>
            <a:off x="5120639" y="4967477"/>
            <a:ext cx="6291071" cy="45720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观察笔记：2名学生（合成设定）</a:t>
            </a:r>
          </a:p>
        </p:txBody>
      </p:sp>
      <p:sp>
        <p:nvSpPr>
          <p:cNvPr id="9" name="edu:caption" descr="{&quot;edu_ppt&quot;: {&quot;id&quot;: &quot;S03/visual/caption&quot;}}"/>
          <p:cNvSpPr txBox="1"/>
          <p:nvPr/>
        </p:nvSpPr>
        <p:spPr>
          <a:xfrm>
            <a:off x="5010911" y="5580125"/>
            <a:ext cx="6510527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一条试用线索；尚无独立双编码结果。</a:t>
            </a:r>
          </a:p>
        </p:txBody>
      </p:sp>
      <p:sp>
        <p:nvSpPr>
          <p:cNvPr id="10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观察笔记；编码状态；团队阶段主张</a:t>
            </a:r>
          </a:p>
        </p:txBody>
      </p:sp>
      <p:sp>
        <p:nvSpPr>
          <p:cNvPr id="11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合成示例｜保留范例讨论，改提示语后再验证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团队决定基于可行性与反馈内容；效果比较尚未实施。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7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593"/>
                <a:gridCol w="3712142"/>
                <a:gridCol w="3712142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计划行动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当前条件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独立双编码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核对规则与分歧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尚未完成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修订提示语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支持形成修改建议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依据试用材料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申请两平行班前后测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验证效果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分组待学校确认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下一步计划尚未实施；共同辨认质量的机制也尚未测量。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下一步计划；团队阶段主张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合成示例｜范例讨论与同伴反馈：阶段进展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